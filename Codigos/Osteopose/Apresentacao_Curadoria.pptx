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Mudanças de Paradigma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no Tratamento da Osteoporose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D4AF37"/>
                </a:solidFill>
                <a:latin typeface="Arial"/>
              </a:defRPr>
            </a:pPr>
            <a:r>
              <a:t>Do T-score ao Treat-to-Target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192F"/>
                </a:solidFill>
                <a:latin typeface="Arial"/>
              </a:defRPr>
            </a:pPr>
            <a:r>
              <a:t>Objetivos Educacionais</a:t>
            </a:r>
          </a:p>
        </p:txBody>
      </p:sp>
      <p:sp>
        <p:nvSpPr>
          <p:cNvPr id="4" name="Arc 3"/>
          <p:cNvSpPr/>
          <p:nvPr/>
        </p:nvSpPr>
        <p:spPr>
          <a:xfrm>
            <a:off x="1828800" y="3657600"/>
            <a:ext cx="10972800" cy="4572000"/>
          </a:xfrm>
          <a:prstGeom prst="arc">
            <a:avLst>
              <a:gd name="adj1" fmla="val 18000000"/>
              <a:gd name="adj2" fmla="val 0"/>
            </a:avLst>
          </a:prstGeom>
          <a:ln w="508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653796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66294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629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Modelos de Risco &amp; Limitações</a:t>
            </a:r>
          </a:p>
        </p:txBody>
      </p:sp>
      <p:sp>
        <p:nvSpPr>
          <p:cNvPr id="8" name="Oval 7"/>
          <p:cNvSpPr/>
          <p:nvPr/>
        </p:nvSpPr>
        <p:spPr>
          <a:xfrm>
            <a:off x="3794760" y="516636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52578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57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A Nova Era dos Limiares?</a:t>
            </a:r>
          </a:p>
        </p:txBody>
      </p:sp>
      <p:sp>
        <p:nvSpPr>
          <p:cNvPr id="11" name="Oval 10"/>
          <p:cNvSpPr/>
          <p:nvPr/>
        </p:nvSpPr>
        <p:spPr>
          <a:xfrm>
            <a:off x="6995160" y="425196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3434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rial"/>
              </a:defRPr>
            </a:pPr>
            <a:r>
              <a:t>Fratura Iminente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516636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52578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5257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Treat to target</a:t>
            </a:r>
          </a:p>
        </p:txBody>
      </p:sp>
      <p:sp>
        <p:nvSpPr>
          <p:cNvPr id="17" name="Oval 16"/>
          <p:cNvSpPr/>
          <p:nvPr/>
        </p:nvSpPr>
        <p:spPr>
          <a:xfrm>
            <a:off x="12024360" y="653796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24360" y="66294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0" y="6629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Anabolic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[INSIRA AQUI A IMAGEM AZUL/DOURADA DOS CÍRCULOS]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[INSIRA AQUI A IMAGEM DA PAISAGEM DOURADA]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6576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Talvez todos os dragões de nossa vida sejam princesas</a:t>
            </a:r>
            <a:br/>
            <a:r>
              <a:t>que esperam apenas ver-nos</a:t>
            </a:r>
            <a:br/>
            <a:r>
              <a:t>belos e corajosos.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943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D4AF37"/>
                </a:solidFill>
                <a:latin typeface="Arial"/>
              </a:defRPr>
            </a:pPr>
            <a:r>
              <a:t>— Rainer Maria Rilke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