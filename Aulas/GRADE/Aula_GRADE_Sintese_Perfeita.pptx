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Bem-vindos. Hoje vamos navegar pelas raízes da decisão clínica.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Três documentos massivos. Onde eles divergem, a chave não é a clínica, é o método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ciência é viva. O que era verdade absoluta em 2010 pode ser erro médico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Esqueçam a pirâmide onde o RCT sempre ganha. No GRADE, a qualidade do desenho manda mais que o tipo de estudo.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Assim como uma lente rachada deforma a paisagem, a falta de cegamento deforma o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a cirurgia mantém Classe I? Porque morte é difícil de mascarar. Já a PCI na IC sofreu com vieses em estudos antigos.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uma bússola aponta pro Norte e outra pro Sul, você não confia em nenhuma. Isso acontece com os Betabloqueadores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use o ISCHEMIA para justificar tratamento de Tronco. O tiro não acertou esse alvo.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Quando o intervalo cruza a linha do nulo ou do dano, a névoa nos impede de ver a estrada.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placebo de óleo mineral atrapalhou a análise. A imprecisão derrubou a nota.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Só vemos o que foi publicado. O que está submerso muitas vezes nega o tratamento.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precisamos de RCT para paraquedas. Às vezes o efeito é tão óbvio que a nota sobe.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GRADE reconhece o peso. O risco é tão denso que tratamos como prevenção secundária.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Rios que correm juntos chegam mais longe. A combinação supera a dose alta isolada.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diretriz 2025 joga luz nas pequenas coisas. Diagnóstico funcional é vital.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poema de Pessoa resume o GRADE. Não exagerar o benefício, não excluir o risco.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Dissecando a Evidência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O Sistema GRADE nas Diretrizes 2025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Da incerteza à recomendação clínica.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A Tríade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SBC 2025 | ESC 2024 | AHA 2023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Consenso clínico.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Divergência metodológica.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Prazo de Validade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A verdade científica perece.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O GRADE é o filtro do tempo.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Classe I ontem ➝ Classe III hoje.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Pirâmide vs. GRADE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Adeus à hierarquia rígida.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RCT ruim &lt; Observacional forte.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A qualidade define a posição.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A Distorção da Lente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Risco de Viés (Bias).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Sem cegamento, a verdade entorta.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Falha de desenho = Falsa certeza.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O Peso do Desfecho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STICH (Cirurgia): Desfecho Duro (Morte).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REVIVED (PCI): Desfecho Mole.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Viés tolerável vs. Viés crítico.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Nortes Diferentes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Inconsistência (Heterogeneidade).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Quando os estudos não conversam.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A certeza se dilui.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O Alvo Errado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Evidência Indireta.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Pergunta certa, população errada.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Ex: ISCHEMIA excluiu Tronco.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A Névoa Estatística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Imprecisão.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Intervalos de Confiança amplos.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Salva muito ou mata um pouco?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A Dúvida do Placebo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Omega-3 (Icosapent).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REDUCE-IT vs STRENGTH.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A dúvida gera recomendação fraca (IIb).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A Ponta do Iceberg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Viés de Publicação.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Resultados negativos somem.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O milagre pode ser ilusão.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Quando a Nota Sobe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Magnitude de Efeito.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Gradiente Dose-Resposta.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Observacional vira Certeza.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A Viscosidade do Risco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Diabetes Mellitus.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Magnitude: RR &gt; 2x.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Risco Equivalente à Doença Arterial.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A Nova Sinfonia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Lípides: Estatina + Ezetimiba.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A Confluência (Sinergia).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Meta &lt; 50 mg/dL com segurança.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O Detalhe Define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INOCA / Microcirculação.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A anatomia não é tudo.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Nervuras importam tanto quanto o tronco.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4400" b="1">
                <a:solidFill>
                  <a:srgbClr val="2F4F4F"/>
                </a:solidFill>
                <a:latin typeface="Garamond"/>
              </a:defRPr>
            </a:pPr>
            <a:r>
              <a:t>A Visão Inteira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'Para ser grande, sê inteiro.'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Nada teu exagera ou exclui.</a:t>
            </a:r>
          </a:p>
          <a:p>
            <a:pPr>
              <a:spcAft>
                <a:spcPts val="2000"/>
              </a:spcAft>
              <a:defRPr sz="2400">
                <a:solidFill>
                  <a:srgbClr val="505050"/>
                </a:solidFill>
                <a:latin typeface="Calibri Light"/>
              </a:defRPr>
            </a:pPr>
            <a:r>
              <a:t>A ciência brilha alta.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