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GRADE na prática clínica –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 evidência à decisão com o paciente</a:t>
            </a:r>
          </a:p>
          <a:p>
            <a:r>
              <a:t>Lucas Miachon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usar GRADE?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Torna explícito como passamos de estudos para recomendações</a:t>
            </a:r>
          </a:p>
          <a:p>
            <a:pPr/>
            <a:r>
              <a:t>Ajuda a separar: certeza da evidência × força da recomendação</a:t>
            </a:r>
          </a:p>
          <a:p>
            <a:pPr/>
            <a:r>
              <a:t>Facilita discutir incerteza e preferências com o paciente</a:t>
            </a:r>
          </a:p>
          <a:p>
            <a:pPr/>
            <a:r>
              <a:t>Cria linguagem comum entre diretrizes (SBC, AHA, ESC,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geral do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Formular a pergunta clínica (PICO)</a:t>
            </a:r>
          </a:p>
          <a:p>
            <a:pPr/>
            <a:r>
              <a:t>2. Definir desfechos e classificar: críticos, importantes, não importantes</a:t>
            </a:r>
          </a:p>
          <a:p>
            <a:pPr/>
            <a:r>
              <a:t>3. Resumir a evidência (RR/OR, IC, NNT/NNH)</a:t>
            </a:r>
          </a:p>
          <a:p>
            <a:pPr/>
            <a:r>
              <a:t>4. Avaliar a certeza da evidência para cada desfecho</a:t>
            </a:r>
          </a:p>
          <a:p>
            <a:pPr/>
            <a:r>
              <a:t>5. Integrar benefícios, riscos, valores, recursos → recomendação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Ponto de partida da certeza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Ensaios clínicos randomizados → começam como ALTA certeza</a:t>
            </a:r>
          </a:p>
          <a:p>
            <a:pPr/>
            <a:r>
              <a:t>Estudos observacionais → começam como BAIXA certeza</a:t>
            </a:r>
          </a:p>
          <a:p>
            <a:pPr/>
            <a:r>
              <a:t>A partir daí, podemos rebaixar ou elevar a certeza</a:t>
            </a:r>
          </a:p>
          <a:p>
            <a:pPr/>
            <a:r>
              <a:t>Lembrar: tipo de estudo não é tudo; importa também a forma como foi conduzido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Domínios que rebaixam a certeza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Risco de viés (randomização ruim, perdas, cegamento, análise)</a:t>
            </a:r>
          </a:p>
          <a:p>
            <a:pPr/>
            <a:r>
              <a:t>Inconsistência (resultados muito diferentes entre estudos)</a:t>
            </a:r>
          </a:p>
          <a:p>
            <a:pPr/>
            <a:r>
              <a:t>Indireção (população, intervenção, comparador ou desfecho diferentes do PICO)</a:t>
            </a:r>
          </a:p>
          <a:p>
            <a:pPr/>
            <a:r>
              <a:t>Imprecisão (poucos eventos, IC amplo que cruza limiares clínicos)</a:t>
            </a:r>
          </a:p>
          <a:p>
            <a:pPr/>
            <a:r>
              <a:t>Viés de publicação (pirâmide truncada, assimetria no funnel plot)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Quando podemos ELEVAR a certeza (observacionais)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Grande efeito (RR ≤ 0,5 ou ≥ 2, dependendo do contexto)</a:t>
            </a:r>
          </a:p>
          <a:p>
            <a:pPr/>
            <a:r>
              <a:t>Gradiente dose–resposta consistente</a:t>
            </a:r>
          </a:p>
          <a:p>
            <a:pPr/>
            <a:r>
              <a:t>Todos os vieses residuais tenderiam a REDUZIR, não aumentar, o efeito observado</a:t>
            </a:r>
          </a:p>
          <a:p>
            <a:pPr/>
            <a:r>
              <a:t>Ex.: tabagismo e câncer de pulmão; pressão arterial e AVC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efeito relativo a importância clínica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Traduzir RR/HR em diferenças absolutas de risco (ARR)</a:t>
            </a:r>
          </a:p>
          <a:p>
            <a:pPr/>
            <a:r>
              <a:t>Calcular NNT/NNH com horizonte de tempo clínico relevante</a:t>
            </a:r>
          </a:p>
          <a:p>
            <a:pPr/>
            <a:r>
              <a:t>Usar limiares de efeito: benefício pequeno, moderado, grande</a:t>
            </a:r>
          </a:p>
          <a:p>
            <a:pPr/>
            <a:r>
              <a:t>Perguntar: este efeito cruza o limiar do que é importante para este paciente?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Certeza da evidência × força da recomendação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Certeza: o quão confiantes estamos de que o efeito verdadeiro está perto da estimativa</a:t>
            </a:r>
          </a:p>
          <a:p>
            <a:pPr/>
            <a:r>
              <a:t>Força: o quanto recomendamos que a maioria dos pacientes siga aquela conduta</a:t>
            </a:r>
          </a:p>
          <a:p>
            <a:pPr/>
            <a:r>
              <a:t>Recomendações fortes: quase todos os pacientes fariam a mesma escolha</a:t>
            </a:r>
          </a:p>
          <a:p>
            <a:pPr/>
            <a:r>
              <a:t>Recomendações fracas/condicionais: diferentes escolhas são razoáveis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Quatro categorias de recomendação (Core GRADE)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Forte contra: quase todos, se bem informados, recusariam a intervenção</a:t>
            </a:r>
          </a:p>
          <a:p>
            <a:pPr/>
            <a:r>
              <a:t>Fraca/condicional contra: maioria recusaria, mas muitos aceitariam</a:t>
            </a:r>
          </a:p>
          <a:p>
            <a:pPr/>
            <a:r>
              <a:t>Fraca/condicional a favor: maioria aceitaria, mas muitos recusariam</a:t>
            </a:r>
          </a:p>
          <a:p>
            <a:pPr/>
            <a:r>
              <a:t>Forte a favor: quase todos, se bem informados, aceitariam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Exemplo: ISCHEMIA e revascularização na DAC estável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Desfechos duros (morte, IAM): sem benefício claro da estratégia invasiva</a:t>
            </a:r>
          </a:p>
          <a:p>
            <a:pPr/>
            <a:r>
              <a:t>Sintomas de angina: melhora mais rápida e intensa com abordagem invasiva</a:t>
            </a:r>
          </a:p>
          <a:p>
            <a:pPr/>
            <a:r>
              <a:t>Certeza alta para desfechos duros, moderada para qualidade de vida</a:t>
            </a:r>
          </a:p>
          <a:p>
            <a:pPr/>
            <a:r>
              <a:t>Recomendação: forte a favor de revascularizar para sintomáticos refratários; fraca para assintomáticos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Exemplo: LDL-c, estatinas e desfechos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Ensaios mostram relação contínua: quanto menor o LDL, menor o risco</a:t>
            </a:r>
          </a:p>
          <a:p>
            <a:pPr/>
            <a:r>
              <a:t>Dados de estatinas, ezetimibe e iPCSK9: consistência entre classe e intensidades</a:t>
            </a:r>
          </a:p>
          <a:p>
            <a:pPr/>
            <a:r>
              <a:t>Diretrizes SCC 2025, ESC 2024 e AHA 2025 convergem em metas mais baixas para muito alto risco</a:t>
            </a:r>
          </a:p>
          <a:p>
            <a:pPr/>
            <a:r>
              <a:t>Diferenças estão em: quem é classificado como muito alto risco e quando associar ezetimibe/iPCSK9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 diretriz ao paciente à nossa frente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ajuda a entender o "porquê" da recomendação, não só o número da classe/nível</a:t>
            </a:r>
          </a:p>
          <a:p>
            <a:pPr/>
            <a:r>
              <a:t>Precisamos integrar: evidência, contexto local (SUS, acesso, custo) e a história do paciente</a:t>
            </a:r>
          </a:p>
          <a:p>
            <a:pPr/>
            <a:r>
              <a:t>Uma boa consulta deixa claro o que sabemos, o que não sabemos e o que importa para aquela pessoa</a:t>
            </a:r>
          </a:p>
          <a:p>
            <a:pPr/>
            <a:r>
              <a:t>Como dizia Sackett: a medicina baseada em evidências começa e termina no paciente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